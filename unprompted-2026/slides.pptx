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2217420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65760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[UNPROMPTED] · MARCH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Most ML Vulnerability Detection Fails</a:t>
            </a:r>
            <a:endParaRPr lang="en-US" sz="3200" dirty="0"/>
          </a:p>
          <a:p>
            <a:pPr indent="0" marL="0">
              <a:buNone/>
            </a:pPr>
            <a:r>
              <a:rPr lang="en-US" sz="2000" i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(And What Actually Worked for Kernel Bugs)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</a:t>
            </a:r>
            <a:pPr indent="0" marL="0">
              <a:buNone/>
            </a:pPr>
            <a:r>
              <a:rPr lang="en-US" sz="14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Researcher, Pebblebed Ventures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@GuanniQu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pebblebed.com/blog/kernel-bugs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2926080"/>
            <a:ext cx="1645920" cy="91440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2926080"/>
            <a:ext cx="36576" cy="91440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29992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125,183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bug-fix pairs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0" y="2926080"/>
            <a:ext cx="1645920" cy="91440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0" y="2926080"/>
            <a:ext cx="36576" cy="914400"/>
          </a:xfrm>
          <a:prstGeom prst="rectangle">
            <a:avLst/>
          </a:prstGeom>
          <a:solidFill>
            <a:srgbClr val="00A080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29992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yrs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6948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kernel history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angle">
            <a:avLst/>
          </a:prstGeom>
          <a:solidFill>
            <a:srgbClr val="06060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pebblebed.com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9284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largest labeled vulnerability dataset. Built for free.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community's Fixes: tag convention created 125K labeled bug-fix pairs with perfect temporal provenance — and zero annotation cost.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0" cy="1554480"/>
          </a:xfrm>
          <a:prstGeom prst="rectangle">
            <a:avLst/>
          </a:prstGeom>
          <a:solidFill>
            <a:srgbClr val="1A1A2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de788b2e6227
</a:t>
            </a:r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Florian Westphal &lt;fw@strlen.de&gt;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netfilter: ctnetlink: fix refcount leak
</a:t>
            </a:r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Fixes: d205dc40798d</a:t>
            </a:r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("netfilter: ctnetlink: ...")
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^^^^^^^^^^^^                         
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Bug-introducing commit (Aug 2006)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split: </a:t>
            </a:r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≤2022  ·  Val 2023  ·  Test 2024
</a:t>
            </a:r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leakage. Model must predict the future.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280160"/>
            <a:ext cx="3474720" cy="91440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1280160"/>
            <a:ext cx="36576" cy="91440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13533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125,183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783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bug-fix pairs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2331720"/>
            <a:ext cx="3474720" cy="91440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0" y="2331720"/>
            <a:ext cx="36576" cy="914400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24048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annotation cost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3383280"/>
            <a:ext cx="3474720" cy="91440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3383280"/>
            <a:ext cx="36576" cy="91440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34564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3886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fix commits have Fixes: tags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72% are unlabeled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 · Pebblebed Ventures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73352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EMPIRICAL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125,000 bugs reveal about kernel security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100584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45720" cy="1005840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 yr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0" y="14356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Race conditions hide 2x longer than deadlocks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Non-deterministic. Don't crash — silently corrupt state. Even KCSAN can only flag races it observes.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100584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68880"/>
            <a:ext cx="45720" cy="100584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86000" y="25786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infrastructure &gt; code quality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29718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gpu/i915: 1.4yr avg (dedicated fuzzing, super-reviewers). drivers/can: 4.2yr avg (niche, few eyes). Same kernel.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8046720" cy="100584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611880"/>
            <a:ext cx="45720" cy="100584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6x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286000" y="37216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5AM commits: 32% vuln rate vs 5.1% at 11AM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41148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riskiest day (9.55%). Sunday safest (6.99%). Process around the code matters as much as the code.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bugs that survive longest are the ones that don't crash."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 · Pebblebed Ventures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9284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training any neural model, I built 9 ways to cheat.</a:t>
            </a:r>
            <a:endParaRPr lang="en-US" sz="2400" dirty="0"/>
          </a:p>
        </p:txBody>
      </p:sp>
      <p:pic>
        <p:nvPicPr>
          <p:cNvPr id="5" name="Image 0" descr="/home/claude/figures/fig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34440"/>
            <a:ext cx="85953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251960"/>
            <a:ext cx="8046720" cy="411480"/>
          </a:xfrm>
          <a:prstGeom prst="rectangle">
            <a:avLst/>
          </a:prstGeom>
          <a:solidFill>
            <a:srgbClr val="1414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Combined TF-IDF = 0.825 AUC.  Bag of words. No neural network.  </a:t>
            </a:r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model can't beat this, it's a fancy tokenizer.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 · Pebblebed Ventures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73352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EXPERIMENT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512 tokens, transformers read messages — not code.</a:t>
            </a:r>
            <a:endParaRPr lang="en-US" sz="2400" dirty="0"/>
          </a:p>
        </p:txBody>
      </p:sp>
      <p:pic>
        <p:nvPicPr>
          <p:cNvPr id="5" name="Image 0" descr="/home/claude/figures/fig-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34440"/>
            <a:ext cx="4572000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1234440"/>
            <a:ext cx="3840480" cy="219456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234440"/>
            <a:ext cx="45720" cy="219456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S3A CONTROL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5780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S1A: CodeBERT on diffs @512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0.815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S3A: CodeBERT on subjects only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0.808
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Delta: 0.007
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added almost nothing.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8046720" cy="96012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at 8,192 tokens: </a:t>
            </a:r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 achieves 0.852 AUC</a:t>
            </a:r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Truncation drops from 91.8% → 14.8% for vulnerable commits.
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 — not architecture — unlocks code understanding.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 · Pebblebed Ventures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284732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119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FINDING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Vulnerability patterns have a shelf life.</a:t>
            </a:r>
            <a:endParaRPr lang="en-US" sz="2400" dirty="0"/>
          </a:p>
        </p:txBody>
      </p:sp>
      <p:pic>
        <p:nvPicPr>
          <p:cNvPr id="5" name="Image 0" descr="/home/claude/figures/fig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47548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1188720"/>
            <a:ext cx="3657600" cy="137160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0" y="1188720"/>
            <a:ext cx="45720" cy="137160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5440680" y="1280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MODEL DEGRADES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40680" y="1554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(hand-engineered):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 → 0.809  (old → recent)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ModernBERT (neural):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 → 0.829  (degrades less)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12080" y="2743200"/>
            <a:ext cx="3657600" cy="137160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12080" y="2743200"/>
            <a:ext cx="45720" cy="137160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12" name="Text 9"/>
          <p:cNvSpPr/>
          <p:nvPr/>
        </p:nvSpPr>
        <p:spPr>
          <a:xfrm>
            <a:off x="54406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4068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approach — ML classifier, LLM agent, static analysis rule — has a shelf life. Vulnerability patterns evolve. If you're not retraining on recent data, your detector is degrading right now.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 · Pebblebed Ventures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129284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CEILING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diff-level classification fundamentally can't see.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4572000" cy="2377440"/>
          </a:xfrm>
          <a:prstGeom prst="rectangle">
            <a:avLst/>
          </a:prstGeom>
          <a:solidFill>
            <a:srgbClr val="1A1A2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d205dc40798d · Aug 2006 · netfilter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Fix deadlock: remove put() call
</a:t>
            </a:r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nf_conntrack_put(&amp;last-&gt;ct_general);
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last = NULL;
</a:t>
            </a:r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continue;
</a:t>
            </a:r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But this get() still exists:
</a:t>
            </a:r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nf_conntrack_get(&amp;ct-&gt;ct_general);
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get() without matching put()
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→ refcount leak → memory never freed
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→ discovered 19 years later (Aug 2025)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280160"/>
            <a:ext cx="3383280" cy="914400"/>
          </a:xfrm>
          <a:prstGeom prst="rectangle">
            <a:avLst/>
          </a:prstGeom>
          <a:solidFill>
            <a:srgbClr val="14141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9494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flip.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94960" y="2377440"/>
            <a:ext cx="3383280" cy="64008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2377440"/>
            <a:ext cx="36576" cy="640080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vulnerability is what's MISSING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removed put() with no replacement. Every feature says 'fine.'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4960" y="3108960"/>
            <a:ext cx="3383280" cy="64008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3108960"/>
            <a:ext cx="36576" cy="640080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whole-program reasoning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trace refcount state across the entire function call graph.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94960" y="3840480"/>
            <a:ext cx="3383280" cy="64008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3840480"/>
            <a:ext cx="36576" cy="640080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information-theoretic, not a model problem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amount of architecture will detect absent operations from a diff alone.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 · Pebblebed Ventures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73836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882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to take home.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96012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63040"/>
            <a:ext cx="548640" cy="548640"/>
          </a:xfrm>
          <a:prstGeom prst="oval">
            <a:avLst/>
          </a:prstGeom>
          <a:solidFill>
            <a:srgbClr val="00D4AA">
              <a:alpha val="2000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371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adversarial baselines before you build models.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7190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size alone = 0.779 AUC. Bag of words = 0.825. If your neural model can't substantially beat these, you've learned commit size, not vulnerability patterns. This applies to every paper and product in this space.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046720" cy="96012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60320"/>
            <a:ext cx="548640" cy="548640"/>
          </a:xfrm>
          <a:prstGeom prst="oval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you look matters more than how you look.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816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drivers/can: 4.2yr average bug lifetime. gpu/i915: 1.4yr. Same kernel, same language. The difference is fuzzing infrastructure and reviewer coverage. Point your tools at the subsystems nobody is watching.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96012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548640" cy="548640"/>
          </a:xfrm>
          <a:prstGeom prst="oval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hardest bugs don't crash.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9136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hide 5 years. Refcount leaks persist for decades. LLM-based crash-finding is exciting — but the bugs that survive longest silently corrupt state. That's a different problem requiring a different approach.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 · Pebblebed Ventures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9284" cy="256032"/>
          </a:xfrm>
          <a:prstGeom prst="rectangl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on diffs has a ceiling. What comes next?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137160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45720" cy="1371600"/>
          </a:xfrm>
          <a:prstGeom prst="rectangle">
            <a:avLst/>
          </a:prstGeom>
          <a:solidFill>
            <a:srgbClr val="8890A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HAVE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commits as security-relevant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patterns in fix commits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existing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 AUC on temporal test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1371600"/>
          </a:xfrm>
          <a:prstGeom prst="rectangle">
            <a:avLst/>
          </a:prstGeom>
          <a:solidFill>
            <a:srgbClr val="14141F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45720" cy="137160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NEED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unknown vulnerabilities before anyone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absent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code across function boundaries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exploration, not passive classification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1188720"/>
          </a:xfrm>
          <a:prstGeom prst="rectangle">
            <a:avLst/>
          </a:prstGeom>
          <a:solidFill>
            <a:srgbClr val="14141F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0175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step: </a:t>
            </a:r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 the context that exists around commits.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discussions on LKML. Related changes across the codebase. The temporal graph of how code evolves. Commits don't exist in isolation — and neither should our analysis of them.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we're building at Pebblebed.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 · Pebblebed Ventures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"The hard problem is detecting what isn't there."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36576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125K bugs · 20 years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651760" cy="36576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0.860 AUC overall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2651760" cy="36576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model degrades on recent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8046720" cy="1097280"/>
          </a:xfrm>
          <a:prstGeom prst="rectangle">
            <a:avLst/>
          </a:prstGeom>
          <a:solidFill>
            <a:srgbClr val="1A1A2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 </a:t>
            </a:r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huggingface.co/datasets/pebblebed/kernel-vuln-dataset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   </a:t>
            </a:r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github.com/quguanni/kernel-archaeology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    </a:t>
            </a:r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pebblebed.com/blog/kernel-bugs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Pt2 </a:t>
            </a:r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pebblebed.com/blog/kernel-bugs-part2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Guanni Qu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@GuanniQu  ·  quguanni.com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8046720" cy="594360"/>
          </a:xfrm>
          <a:prstGeom prst="rectangle">
            <a:avLst/>
          </a:prstGeom>
          <a:solidFill>
            <a:srgbClr val="14141F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me about:  </a:t>
            </a:r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problem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generalization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ML-guided fuzzing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angle">
            <a:avLst/>
          </a:prstGeom>
          <a:solidFill>
            <a:srgbClr val="06060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pebblebed.com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Most ML Vulnerability Detection Fails</dc:title>
  <dc:subject>PptxGenJS Presentation</dc:subject>
  <dc:creator>Jenny Guanni Qu</dc:creator>
  <cp:lastModifiedBy>Jenny Guanni Qu</cp:lastModifiedBy>
  <cp:revision>1</cp:revision>
  <dcterms:created xsi:type="dcterms:W3CDTF">2026-03-04T18:18:29Z</dcterms:created>
  <dcterms:modified xsi:type="dcterms:W3CDTF">2026-03-04T18:18:29Z</dcterms:modified>
</cp:coreProperties>
</file>